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SOLUTION · UNIFIED SAFETY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4E0A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SHE</a:t>
            </a:r>
            <a:pPr indent="0" marL="0">
              <a:buNone/>
            </a:pPr>
            <a:r>
              <a:rPr lang="en-US" sz="72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Shield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cyber-physical safety platform for women — one app, one tap,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into India's emergency and cybercrime infrastructure.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E0A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4709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safety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in one app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11880" y="39776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E0A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AES-256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0" y="4709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court-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admissible evidence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39776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E0A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&lt;3 sec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29400" y="4709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SOS tap to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dispatch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directly to:  ERSS 112   ·   CCTNS   ·   National Cyber Crime Portal   ·   Google Maps GIS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SHESHIELD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Danger comes from two fronts.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Help comes from none of them, together.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face threats both physical and digital — yet police, cyber cell, and emergency response operate in silos, leaving the victim to navigate each one alone.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2542032" cy="1554480"/>
          </a:xfrm>
          <a:prstGeom prst="roundRect">
            <a:avLst>
              <a:gd name="adj" fmla="val 705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834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4D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47%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51560" y="36118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women in India report facing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harassment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38728" y="2697480"/>
            <a:ext cx="2542032" cy="1554480"/>
          </a:xfrm>
          <a:prstGeom prst="roundRect">
            <a:avLst>
              <a:gd name="adj" fmla="val 705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67328" y="2834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85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 min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767328" y="36118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police response time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 SOS call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4496" y="2697480"/>
            <a:ext cx="2542032" cy="1554480"/>
          </a:xfrm>
          <a:prstGeom prst="roundRect">
            <a:avLst>
              <a:gd name="adj" fmla="val 705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83096" y="2834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4D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83%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83096" y="36118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cybercrime cases against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go unreported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70264" y="2697480"/>
            <a:ext cx="2542032" cy="1554480"/>
          </a:xfrm>
          <a:prstGeom prst="roundRect">
            <a:avLst>
              <a:gd name="adj" fmla="val 705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98864" y="2834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E6E9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198864" y="36118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unify physical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cyber safety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434840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8" name="Image 0" descr="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654296"/>
            <a:ext cx="384048" cy="38404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00200" y="4553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Fragmented systems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600200" y="487375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Cyber Cell, and ERSS 112 operate in silos — victims repeat the same story to each one separately.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63640" y="4434840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2" name="Image 1" descr="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654296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040880" y="4553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Evidence gets lost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7040880" y="487375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are deleted, timestamps go missing, and chain-of-custody breaks down before a case reaches court.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22960" y="5669280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6" name="Image 2" descr="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888736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600200" y="57881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AI protection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1600200" y="610819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links, fake profiles, and harassment are flagged only after the harm has already happened.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263640" y="5669280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30" name="Image 3" descr="icons/f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5888736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40880" y="57881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Reporting barriers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7040880" y="610819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FIR processes, language barriers, and stigma keep most women from ever filing a report.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SHESHIELD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Six layers. One SPOC.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reports into a single point of contact, which talks directly to India's existing emergency infrastructure — no new systems for responders to learn.</a:t>
            </a:r>
            <a:endParaRPr lang="en-US" sz="1400" dirty="0"/>
          </a:p>
        </p:txBody>
      </p:sp>
      <p:pic>
        <p:nvPicPr>
          <p:cNvPr id="5" name="Image 0" descr="icons/mint_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240280"/>
            <a:ext cx="3200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80560" y="2359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SHESHIELD SPOC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48056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 — orchestrates all 6 layers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3144" y="3520440"/>
            <a:ext cx="2121408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9" name="Image 1" descr="icons/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36850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4584" y="414223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SOS + Voice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54584" y="44805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One-touch trigger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9144" y="3520440"/>
            <a:ext cx="2121408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icons/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6968" y="368503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40584" y="414223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Cybercrime &amp; FIR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840584" y="44805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reporting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035144" y="3520440"/>
            <a:ext cx="2121408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icons/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968" y="368503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26584" y="414223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Evidence Vault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126584" y="44805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secured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321144" y="3520440"/>
            <a:ext cx="2121408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icons/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8968" y="368503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12584" y="414223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Threat Engine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7412584" y="44805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before harm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9607144" y="3520440"/>
            <a:ext cx="2121408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5" name="Image 5" descr="icons/us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4968" y="368503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698584" y="414223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Guardian Network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9698584" y="44805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&amp; friend alerts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822960" y="5166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spc="2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existing government infrastructure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700888" y="56235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1C2A47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00888" y="5623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ERSS 112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2895448" y="56235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1C2A47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2895448" y="5623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CCTNS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5090008" y="56235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1C2A47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090008" y="5623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Crime Portal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7284568" y="56235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1C2A47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7284568" y="5623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GIS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9479128" y="56235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1C2A47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9479128" y="5623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Real-time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SHESHIELD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threat to resolution — in four steps.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incident — from the moment danger is detected to the moment a case is logged and tracked by police.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0868" y="2331720"/>
            <a:ext cx="2606040" cy="361188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6900" y="2606040"/>
            <a:ext cx="566928" cy="566928"/>
          </a:xfrm>
          <a:prstGeom prst="ellipse">
            <a:avLst/>
          </a:prstGeom>
          <a:solidFill>
            <a:srgbClr val="3A1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690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828" y="262432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6900" y="3383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Trigger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96900" y="38862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taps the SOS button, says the voice phrase, or triggers from a wearable. Silent panic mode keeps the screen unchanged.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01188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375508" y="2331720"/>
            <a:ext cx="2606040" cy="361188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31540" y="2606040"/>
            <a:ext cx="566928" cy="566928"/>
          </a:xfrm>
          <a:prstGeom prst="ellipse">
            <a:avLst/>
          </a:prstGeom>
          <a:solidFill>
            <a:srgbClr val="3A30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3154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600" dirty="0"/>
          </a:p>
        </p:txBody>
      </p:sp>
      <p:pic>
        <p:nvPicPr>
          <p:cNvPr id="15" name="Image 1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468" y="262432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1540" y="3383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 &amp; Locate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631540" y="38862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lock acquired in under 3 seconds. AI engine simultaneously scans any linked threat — phishing link, message, or profile.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935828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210148" y="2331720"/>
            <a:ext cx="2606040" cy="361188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66180" y="2606040"/>
            <a:ext cx="566928" cy="566928"/>
          </a:xfrm>
          <a:prstGeom prst="ellipse">
            <a:avLst/>
          </a:prstGeom>
          <a:solidFill>
            <a:srgbClr val="1C3A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6618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E0A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600" dirty="0"/>
          </a:p>
        </p:txBody>
      </p:sp>
      <p:pic>
        <p:nvPicPr>
          <p:cNvPr id="22" name="Image 2" descr="icons/satell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108" y="262432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66180" y="3383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Dispatch &amp; Alert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466180" y="38862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incident details sent to ERSS 112 and pushed instantly to the guardian network — with SMS fallback if offline.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770468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9044788" y="2331720"/>
            <a:ext cx="2606040" cy="361188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300820" y="2606040"/>
            <a:ext cx="566928" cy="566928"/>
          </a:xfrm>
          <a:prstGeom prst="ellipse">
            <a:avLst/>
          </a:prstGeom>
          <a:solidFill>
            <a:srgbClr val="1C3A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30082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E0A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600" dirty="0"/>
          </a:p>
        </p:txBody>
      </p:sp>
      <p:pic>
        <p:nvPicPr>
          <p:cNvPr id="29" name="Image 3" descr="icons/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0748" y="2624328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00820" y="3383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Evidence &amp; Case Filing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300820" y="38862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hashed (SHA-256) and vaulted. An AI-drafted FIR with mapped IPC sections is routed to the Cyber Crime Branch dashboard.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SHESHIELD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modules that act the moment danger appears.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0868" y="18745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5188" y="21671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A1F2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icons/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0" y="22860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5188" y="28986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Emergency SOS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5188" y="347472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One-touch + voice trigger, with SMS fallback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panic mode — no visible screen change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sent to 112 and guardians instantly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trigger via Fitbit or Apple Watch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5628" y="18745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9948" y="21671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A301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820" y="228600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948" y="28986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Cybercrime Reporting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09948" y="347472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Stalking, blackmail, fraud — guided forms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FIR draft with mapped IPC sections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submission to the Cyber Crime Branch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Multilingual: Hindi, Gujarati, English, Tamil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0388" y="18745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4708" y="21671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C3A3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3580" y="228600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4708" y="28986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Evidence Vault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04708" y="347472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applied at the moment of upload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with immutable timestamps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Chain-of-custody for court admissibility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screenshots, chats, URLs, video, audio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SHESHIELD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modules that prevent harm and close cases.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0868" y="18745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5188" y="21671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A301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0" y="22860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5188" y="28986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Threat Detection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5188" y="347472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scanner with real-time risk score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profile and impersonation detection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 analysis with IPC section mapping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Unsafe-zone prediction from crime density data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5628" y="18745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9948" y="21671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A1F2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820" y="228600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948" y="28986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Guardian Network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09948" y="347472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SOS push to trusted contacts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sharing during incidents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incident status updates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Safe-arrival confirmation and zone alerts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0388" y="18745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4708" y="21671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C3A3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3580" y="228600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4708" y="28986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Police Dashboard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04708" y="347472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SOS and cybercrime alert feed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Repeat-offender tracker across cases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evidence with chain-of-custody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pattern analytics and heatmaps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SHESHIELD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full stack built for India's safety infrastructure.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chosen for reliability, real-time response, and compliance — ready to plug into government systems on day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9992" y="2331720"/>
            <a:ext cx="2715768" cy="1691640"/>
          </a:xfrm>
          <a:prstGeom prst="roundRect">
            <a:avLst>
              <a:gd name="adj" fmla="val 64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6" name="Image 0" descr="icons/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92" y="25603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8592" y="304495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Mobile &amp; Web 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8592" y="341071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Flutter (iOS / Android)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88640" y="2331720"/>
            <a:ext cx="2715768" cy="1691640"/>
          </a:xfrm>
          <a:prstGeom prst="roundRect">
            <a:avLst>
              <a:gd name="adj" fmla="val 64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240" y="256032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17240" y="304495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Backend API Layer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17240" y="341071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(Express) · Python (Django / Flask)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87288" y="2331720"/>
            <a:ext cx="2715768" cy="1691640"/>
          </a:xfrm>
          <a:prstGeom prst="roundRect">
            <a:avLst>
              <a:gd name="adj" fmla="val 64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256032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15888" y="304495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15888" y="341071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(structured) · MongoDB (evidence)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085936" y="2331720"/>
            <a:ext cx="2715768" cy="1691640"/>
          </a:xfrm>
          <a:prstGeom prst="roundRect">
            <a:avLst>
              <a:gd name="adj" fmla="val 64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icons/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4536" y="256032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14536" y="304495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 Engine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314536" y="341071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· WebSockets · Socket.io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89992" y="4206240"/>
            <a:ext cx="2715768" cy="1691640"/>
          </a:xfrm>
          <a:prstGeom prst="roundRect">
            <a:avLst>
              <a:gd name="adj" fmla="val 64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2" name="Image 4" descr="icons/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92" y="443484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8592" y="491947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/ ML Engine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18592" y="52852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· PyTorch · NLP threat models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3288640" y="4206240"/>
            <a:ext cx="2715768" cy="1691640"/>
          </a:xfrm>
          <a:prstGeom prst="roundRect">
            <a:avLst>
              <a:gd name="adj" fmla="val 64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6" name="Image 5" descr="icons/ma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7240" y="443484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17240" y="491947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GIS &amp; Location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3517240" y="52852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 · OpenStreetMap · PostGIS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6187288" y="4206240"/>
            <a:ext cx="2715768" cy="1691640"/>
          </a:xfrm>
          <a:prstGeom prst="roundRect">
            <a:avLst>
              <a:gd name="adj" fmla="val 64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30" name="Image 6" descr="icons/plu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5888" y="4434840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15888" y="491947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Government Integrations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6415888" y="52852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ERSS 112 · CCTNS · Cyber Crime Portal · DigiLocker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9085936" y="4206240"/>
            <a:ext cx="2715768" cy="1691640"/>
          </a:xfrm>
          <a:prstGeom prst="roundRect">
            <a:avLst>
              <a:gd name="adj" fmla="val 64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34" name="Image 7" descr="icons/shie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4536" y="4434840"/>
            <a:ext cx="347472" cy="34747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314536" y="491947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Security &amp; Compliance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9314536" y="52852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E2E encryption · Zero-knowledge vault · IT Act 2000 · Biometric + 2FA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SHESHIELD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USP ·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SHEShield is different.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this isn't another generic safety app.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0868" y="21031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C3A30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5188" y="2286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E0A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15188" y="29443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True SPOC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5188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platform combining physical and cyber safety in one app — no jumping between systems.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5628" y="21031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9948" y="2286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6E9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09948" y="29443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Legal-grade evidence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9948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hashed, timestamped, chain-of-custody vault — court-admissible from day one.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0388" y="21031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04708" y="2286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6E9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04708" y="29443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before harm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04708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phishing, fake profiles, and threats before the victim even clicks — prevention first.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0868" y="42519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5188" y="4434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6E9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5188" y="50932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Offline-first SOS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5188" y="5532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 ensures alerts reach police and guardians even without internet.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35628" y="42519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09948" y="4434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6E9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609948" y="50932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India-first design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09948" y="5532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ERSS 112, CCTNS, and the Cyber Crime Branch — not retrofitted to fit India.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0388" y="42519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04708" y="4434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6E9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404708" y="50932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Wearables + voice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04708" y="5532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via Apple Watch, Fitbit, or voice command — no need to touch the phone at all.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SHESHIELD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SHESHIELD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24688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E7EC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Because every woman deserves to feel
</a:t>
            </a:r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34E0A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safe, everywhere, always.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  ·  Cybercrime Reporting  ·  Evidence Vault  ·  AI Threat Detection  ·  Guardian Network  ·  Police Dashboard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ERSS 112  ·  CCTNS  ·  National Cyber Crime Portal  ·  DigiLocker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SHESHIELD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SHEShield — Unified Cyber-Physical Safety Platform</dc:title>
  <dc:subject>PptxGenJS Presentation</dc:subject>
  <dc:creator>SHEShield Team</dc:creator>
  <cp:lastModifiedBy>SHEShield Team</cp:lastModifiedBy>
  <cp:revision>1</cp:revision>
  <dcterms:created xsi:type="dcterms:W3CDTF">2026-06-15T19:00:54Z</dcterms:created>
  <dcterms:modified xsi:type="dcterms:W3CDTF">2026-06-15T19:00:54Z</dcterms:modified>
</cp:coreProperties>
</file>